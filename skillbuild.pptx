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2" r:id="rId4"/>
  </p:sldMasterIdLst>
  <p:notesMasterIdLst>
    <p:notesMasterId r:id="rId22"/>
  </p:notesMasterIdLst>
  <p:sldIdLst>
    <p:sldId id="256" r:id="rId5"/>
    <p:sldId id="2146847054" r:id="rId6"/>
    <p:sldId id="262" r:id="rId7"/>
    <p:sldId id="2146847061" r:id="rId8"/>
    <p:sldId id="265" r:id="rId9"/>
    <p:sldId id="266" r:id="rId10"/>
    <p:sldId id="267" r:id="rId11"/>
    <p:sldId id="2146847062" r:id="rId12"/>
    <p:sldId id="2146847056" r:id="rId13"/>
    <p:sldId id="2146847057" r:id="rId14"/>
    <p:sldId id="2146847058" r:id="rId15"/>
    <p:sldId id="2146847059" r:id="rId16"/>
    <p:sldId id="2146847060" r:id="rId17"/>
    <p:sldId id="268" r:id="rId18"/>
    <p:sldId id="2146847055" r:id="rId19"/>
    <p:sldId id="269" r:id="rId20"/>
    <p:sldId id="259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33389720-75F8-4357-9DBA-AE4BE4E65EA8}">
          <p14:sldIdLst>
            <p14:sldId id="256"/>
            <p14:sldId id="2146847054"/>
            <p14:sldId id="262"/>
            <p14:sldId id="2146847061"/>
            <p14:sldId id="265"/>
            <p14:sldId id="266"/>
            <p14:sldId id="267"/>
            <p14:sldId id="2146847062"/>
          </p14:sldIdLst>
        </p14:section>
        <p14:section name="Untitled Section" id="{F0CA0F19-5E81-4F68-8BB1-718216D6F663}">
          <p14:sldIdLst>
            <p14:sldId id="2146847056"/>
            <p14:sldId id="2146847057"/>
            <p14:sldId id="2146847058"/>
            <p14:sldId id="2146847059"/>
            <p14:sldId id="2146847060"/>
            <p14:sldId id="268"/>
            <p14:sldId id="2146847055"/>
            <p14:sldId id="269"/>
            <p14:sldId id="25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2BA97"/>
    <a:srgbClr val="8E6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7C3D9CC-52A4-7BB9-5926-A17EAD909109}" v="32" dt="2024-12-19T12:09:51.90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152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4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256A78-79A6-408F-8148-4F87BB81602D}" type="datetimeFigureOut">
              <a:rPr lang="en-IN" smtClean="0"/>
              <a:t>01-10-2025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E254F1-4415-47BF-9E91-C5D4B9A333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80084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10/1/2025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0017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5302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1302026"/>
            <a:ext cx="11029615" cy="46733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D82B9-B8EE-4375-B6FF-88FA6ABB15D9}" type="datetime1">
              <a:rPr lang="en-US" smtClean="0"/>
              <a:t>10/1/2025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2443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2393950"/>
            <a:ext cx="11029615" cy="214746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97495-0637-405E-AE64-5CC7506D51F5}" type="datetime1">
              <a:rPr lang="en-US" smtClean="0"/>
              <a:t>10/1/2025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6809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49285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1391479"/>
            <a:ext cx="5194767" cy="446957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6039" y="1391479"/>
            <a:ext cx="5194769" cy="446957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FD690-9426-415D-8B65-26881E07B2D4}" type="datetime1">
              <a:rPr lang="en-US" smtClean="0"/>
              <a:t>10/1/2025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3232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1" y="2250891"/>
            <a:ext cx="5194769" cy="557784"/>
          </a:xfrm>
        </p:spPr>
        <p:txBody>
          <a:bodyPr anchor="ctr">
            <a:noAutofit/>
          </a:bodyPr>
          <a:lstStyle>
            <a:lvl1pPr marL="0" indent="0"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194766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6039" y="2250892"/>
            <a:ext cx="5194770" cy="553373"/>
          </a:xfrm>
        </p:spPr>
        <p:txBody>
          <a:bodyPr anchor="ctr"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6037" y="2926052"/>
            <a:ext cx="5194771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4989A-474C-40DE-95B9-011C28B71673}" type="datetime1">
              <a:rPr lang="en-US" smtClean="0"/>
              <a:t>10/1/2025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804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59224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4ED54-5B5E-4A04-93D3-5772E3CE3818}" type="datetime1">
              <a:rPr lang="en-US" smtClean="0"/>
              <a:t>10/1/2025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363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E50D6-574B-40AF-946F-D52A04ADE379}" type="datetime1">
              <a:rPr lang="en-US" smtClean="0"/>
              <a:t>10/1/2025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494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601200"/>
            <a:ext cx="3682723" cy="581547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857" y="933450"/>
            <a:ext cx="3031852" cy="1722419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00928" y="1179829"/>
            <a:ext cx="6650991" cy="4658216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7857" y="2836654"/>
            <a:ext cx="3031852" cy="3001392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rgbClr val="FFFFFF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6456916"/>
            <a:ext cx="2844799" cy="365125"/>
          </a:xfrm>
        </p:spPr>
        <p:txBody>
          <a:bodyPr/>
          <a:lstStyle/>
          <a:p>
            <a:fld id="{D82884F1-FFEA-405F-9602-3DCA865EDA4E}" type="datetime1">
              <a:rPr lang="en-US" smtClean="0"/>
              <a:t>10/1/2025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52590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456916"/>
            <a:ext cx="1052510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1766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641350"/>
            <a:ext cx="11290859" cy="3651249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998148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8DB4A-8810-4A10-AD5C-D5E2C667F5B3}" type="datetime1">
              <a:rPr lang="en-US" smtClean="0"/>
              <a:t>10/1/2025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pPr algn="l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32895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D4963-E985-44C4-B8C4-FDD613B7C2F8}" type="datetime1">
              <a:rPr lang="en-US" smtClean="0"/>
              <a:t>10/1/2025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3591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058151" y="599725"/>
            <a:ext cx="3687316" cy="581695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204200" y="863600"/>
            <a:ext cx="3124200" cy="4807326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863600"/>
            <a:ext cx="7161625" cy="4807326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10/1/2025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8496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55714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1415198"/>
            <a:ext cx="11029616" cy="45728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ED291B17-9318-49DB-B28B-6E5994AE9581}" type="datetime1">
              <a:rPr lang="en-US" smtClean="0"/>
              <a:t>10/1/2025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14A64E4D-8DED-7830-2955-1BE78C5B0655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0485003" y="6437910"/>
            <a:ext cx="1125805" cy="365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0897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  <p:sldLayoutId id="2147483757" r:id="rId2"/>
    <p:sldLayoutId id="2147483758" r:id="rId3"/>
    <p:sldLayoutId id="2147483759" r:id="rId4"/>
    <p:sldLayoutId id="2147483711" r:id="rId5"/>
    <p:sldLayoutId id="2147483760" r:id="rId6"/>
    <p:sldLayoutId id="2147483762" r:id="rId7"/>
    <p:sldLayoutId id="2147483706" r:id="rId8"/>
    <p:sldLayoutId id="2147483709" r:id="rId9"/>
    <p:sldLayoutId id="2147483707" r:id="rId10"/>
    <p:sldLayoutId id="2147483708" r:id="rId11"/>
  </p:sldLayoutIdLst>
  <p:hf sldNum="0" hdr="0" ftr="0" dt="0"/>
  <p:txStyles>
    <p:titleStyle>
      <a:lvl1pPr algn="l" defTabSz="457200" rtl="0" eaLnBrk="1" latinLnBrk="0" hangingPunct="1">
        <a:lnSpc>
          <a:spcPct val="100000"/>
        </a:lnSpc>
        <a:spcBef>
          <a:spcPct val="0"/>
        </a:spcBef>
        <a:buNone/>
        <a:defRPr sz="280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shaiksaidabi/portfolio" TargetMode="Externa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A11E26-4C38-41A6-9857-11032CEECD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59108" y="1821635"/>
            <a:ext cx="9144000" cy="977778"/>
          </a:xfrm>
        </p:spPr>
        <p:txBody>
          <a:bodyPr>
            <a:normAutofit fontScale="90000"/>
          </a:bodyPr>
          <a:lstStyle/>
          <a:p>
            <a:pPr algn="ctr"/>
            <a:r>
              <a:rPr lang="en-IN" dirty="0"/>
              <a:t>“</a:t>
            </a:r>
            <a:r>
              <a:rPr lang="en-IN" dirty="0">
                <a:solidFill>
                  <a:schemeClr val="accent1"/>
                </a:solidFill>
              </a:rPr>
              <a:t>Personal Portfolio Website – HTML, CSS, JavaScript”</a:t>
            </a:r>
            <a:endParaRPr lang="en-US" b="1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-329782" y="1034321"/>
            <a:ext cx="12726648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CAPSTONE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0545" y="3810000"/>
            <a:ext cx="10197167" cy="181588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800" b="1" dirty="0">
                <a:solidFill>
                  <a:schemeClr val="accent1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Presented By:</a:t>
            </a:r>
          </a:p>
          <a:p>
            <a:r>
              <a:rPr lang="en-US" sz="2800" b="1" dirty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Shaik saidabi</a:t>
            </a:r>
          </a:p>
          <a:p>
            <a:r>
              <a:rPr lang="en-US" sz="2800" b="1" dirty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Tirumala Engineering College</a:t>
            </a:r>
          </a:p>
          <a:p>
            <a:r>
              <a:rPr lang="en-US" sz="28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Department of Computer Science &amp; Engineering</a:t>
            </a:r>
          </a:p>
        </p:txBody>
      </p:sp>
    </p:spTree>
    <p:extLst>
      <p:ext uri="{BB962C8B-B14F-4D97-AF65-F5344CB8AC3E}">
        <p14:creationId xmlns:p14="http://schemas.microsoft.com/office/powerpoint/2010/main" val="9533255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FFEB4C-F209-4AE7-AA2B-B3C26CE2C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9573" y="558468"/>
            <a:ext cx="10515600" cy="1325563"/>
          </a:xfrm>
        </p:spPr>
        <p:txBody>
          <a:bodyPr/>
          <a:lstStyle/>
          <a:p>
            <a:r>
              <a:rPr lang="en-US" b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678641-EEA3-4EC4-BF39-4075B0C120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18938"/>
            <a:ext cx="11019020" cy="5239062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2000" b="1" dirty="0">
                <a:latin typeface="Arial"/>
                <a:ea typeface="+mn-lt"/>
                <a:cs typeface="Arial"/>
              </a:rPr>
              <a:t>  </a:t>
            </a:r>
            <a:endParaRPr lang="en-US" dirty="0">
              <a:latin typeface="Arial"/>
              <a:cs typeface="Arial"/>
            </a:endParaRPr>
          </a:p>
          <a:p>
            <a:pPr marL="305435" indent="-305435"/>
            <a:r>
              <a:rPr lang="en-US" sz="2000" b="1" dirty="0">
                <a:latin typeface="Arial"/>
                <a:ea typeface="+mn-lt"/>
                <a:cs typeface="Arial"/>
              </a:rPr>
              <a:t>Problem Statement </a:t>
            </a:r>
            <a:r>
              <a:rPr lang="en-US" sz="2000" dirty="0">
                <a:latin typeface="Arial"/>
                <a:ea typeface="+mn-lt"/>
                <a:cs typeface="Arial"/>
              </a:rPr>
              <a:t>(Should not include solution)</a:t>
            </a:r>
            <a:endParaRPr lang="en-US" dirty="0">
              <a:latin typeface="Arial"/>
              <a:cs typeface="Arial"/>
            </a:endParaRPr>
          </a:p>
          <a:p>
            <a:pPr marL="305435" indent="-305435"/>
            <a:r>
              <a:rPr lang="en-US" sz="2000" b="1" dirty="0">
                <a:latin typeface="Arial"/>
                <a:ea typeface="+mn-lt"/>
                <a:cs typeface="Calibri"/>
              </a:rPr>
              <a:t>System </a:t>
            </a:r>
            <a:r>
              <a:rPr lang="en-US" sz="2000" b="1" dirty="0">
                <a:latin typeface="Arial"/>
                <a:ea typeface="+mn-lt"/>
                <a:cs typeface="+mn-lt"/>
              </a:rPr>
              <a:t>Development Approach </a:t>
            </a:r>
            <a:r>
              <a:rPr lang="en-US" sz="2000" dirty="0">
                <a:latin typeface="Arial"/>
                <a:ea typeface="+mn-lt"/>
                <a:cs typeface="+mn-lt"/>
              </a:rPr>
              <a:t>(Technology Used) </a:t>
            </a:r>
            <a:endParaRPr lang="en-US" dirty="0">
              <a:latin typeface="Arial"/>
              <a:ea typeface="+mn-lt"/>
              <a:cs typeface="+mn-lt"/>
            </a:endParaRPr>
          </a:p>
          <a:p>
            <a:pPr marL="305435" indent="-305435"/>
            <a:r>
              <a:rPr lang="en-US" sz="2000" b="1" dirty="0">
                <a:latin typeface="Arial"/>
                <a:ea typeface="+mn-lt"/>
                <a:cs typeface="+mn-lt"/>
              </a:rPr>
              <a:t>Algorithm &amp; Deployment (Step by Step  Procedure) </a:t>
            </a:r>
            <a:endParaRPr lang="en-US" dirty="0">
              <a:latin typeface="Arial"/>
              <a:cs typeface="Calibri"/>
            </a:endParaRPr>
          </a:p>
          <a:p>
            <a:pPr marL="305435" indent="-305435"/>
            <a:r>
              <a:rPr lang="en-US" sz="2000" b="1" dirty="0">
                <a:latin typeface="Arial"/>
                <a:ea typeface="+mn-lt"/>
                <a:cs typeface="Arial"/>
              </a:rPr>
              <a:t>Result</a:t>
            </a:r>
          </a:p>
          <a:p>
            <a:pPr marL="305435" indent="-305435"/>
            <a:r>
              <a:rPr lang="en-US" sz="2000" b="1" dirty="0">
                <a:latin typeface="Arial"/>
                <a:ea typeface="+mn-lt"/>
                <a:cs typeface="Arial"/>
              </a:rPr>
              <a:t>Conclusion</a:t>
            </a:r>
            <a:endParaRPr lang="en-US" dirty="0">
              <a:latin typeface="Arial"/>
              <a:cs typeface="Arial"/>
            </a:endParaRPr>
          </a:p>
          <a:p>
            <a:pPr marL="305435" indent="-305435"/>
            <a:r>
              <a:rPr lang="en-US" sz="2000" b="1" dirty="0">
                <a:latin typeface="Arial"/>
                <a:ea typeface="+mn-lt"/>
                <a:cs typeface="Arial"/>
              </a:rPr>
              <a:t>Future Scope(Optional)</a:t>
            </a:r>
          </a:p>
          <a:p>
            <a:pPr marL="305435" indent="-305435"/>
            <a:r>
              <a:rPr lang="en-US" sz="2000" b="1" dirty="0">
                <a:latin typeface="Arial"/>
                <a:ea typeface="+mn-lt"/>
                <a:cs typeface="Arial"/>
              </a:rPr>
              <a:t>References</a:t>
            </a:r>
            <a:endParaRPr lang="en-US" dirty="0">
              <a:latin typeface="Arial"/>
              <a:cs typeface="Arial"/>
            </a:endParaRPr>
          </a:p>
          <a:p>
            <a:pPr marL="305435" indent="-305435"/>
            <a:endParaRPr lang="en-US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001537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Problem Statement</a:t>
            </a:r>
            <a:endParaRPr lang="en-US" sz="4400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E6FA226B-B793-1ABD-FBA7-D34D3073B2D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81191" y="1637143"/>
            <a:ext cx="10405463" cy="44627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In the digital era,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personal branding is as important as technical skills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b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Many students and professionals require a dedicated online space to: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Showcase academic and personal projects.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Share skills, resume, and achievements.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Provide contact details for recruiters or collaborators.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Existing platforms (like LinkedIn, paid portfolio builders) often have limitations: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Lack of customization.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Expensive premium features.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Generic templates that do not reflect individuality.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864211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08A79A-FCB9-9E2C-E72C-690B92799E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000" b="1" dirty="0" err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oBJECTIVES</a:t>
            </a:r>
            <a:endParaRPr lang="en-IN" sz="4000" b="1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B964F95-F382-C008-52BC-E77235308438}"/>
              </a:ext>
            </a:extLst>
          </p:cNvPr>
          <p:cNvSpPr txBox="1"/>
          <p:nvPr/>
        </p:nvSpPr>
        <p:spPr>
          <a:xfrm>
            <a:off x="585726" y="1592428"/>
            <a:ext cx="6499122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Create a professional online presence.</a:t>
            </a:r>
          </a:p>
          <a:p>
            <a:pPr marL="342900" indent="-342900">
              <a:buClr>
                <a:schemeClr val="accent1"/>
              </a:buClr>
              <a:buFont typeface="Wingdings" panose="05000000000000000000" pitchFamily="2" charset="2"/>
              <a:buChar char="§"/>
            </a:pP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Showcase skills, education, and projects.</a:t>
            </a:r>
          </a:p>
          <a:p>
            <a:pPr marL="342900" indent="-342900">
              <a:buClr>
                <a:schemeClr val="accent1"/>
              </a:buClr>
              <a:buFont typeface="Wingdings" panose="05000000000000000000" pitchFamily="2" charset="2"/>
              <a:buChar char="§"/>
            </a:pP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Provide easy access to resume.</a:t>
            </a:r>
          </a:p>
          <a:p>
            <a:pPr marL="342900" indent="-342900">
              <a:buClr>
                <a:schemeClr val="accent1"/>
              </a:buClr>
              <a:buFont typeface="Wingdings" panose="05000000000000000000" pitchFamily="2" charset="2"/>
              <a:buChar char="§"/>
            </a:pP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Add contact form for recruiters/collaborators.</a:t>
            </a:r>
          </a:p>
          <a:p>
            <a:pPr marL="342900" indent="-342900">
              <a:buClr>
                <a:schemeClr val="accent1"/>
              </a:buClr>
              <a:buFont typeface="Wingdings" panose="05000000000000000000" pitchFamily="2" charset="2"/>
              <a:buChar char="§"/>
            </a:pP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Ensure responsive design for all devices.</a:t>
            </a:r>
          </a:p>
        </p:txBody>
      </p:sp>
    </p:spTree>
    <p:extLst>
      <p:ext uri="{BB962C8B-B14F-4D97-AF65-F5344CB8AC3E}">
        <p14:creationId xmlns:p14="http://schemas.microsoft.com/office/powerpoint/2010/main" val="14242042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662572"/>
            <a:ext cx="11029616" cy="530296"/>
          </a:xfrm>
        </p:spPr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System  Approach</a:t>
            </a:r>
            <a:endParaRPr lang="en-US" sz="4400">
              <a:solidFill>
                <a:schemeClr val="accent1"/>
              </a:solidFill>
              <a:latin typeface="Calibri Light"/>
              <a:cs typeface="Calibri Light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6F47B10D-BA02-E027-46A1-3EB9B387A42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81192" y="1296508"/>
            <a:ext cx="8295476" cy="46843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sz="1800" b="1" dirty="0"/>
              <a:t>Frontend Technologies</a:t>
            </a:r>
          </a:p>
          <a:p>
            <a:r>
              <a:rPr lang="en-IN" sz="1800" b="1" dirty="0"/>
              <a:t>HTML5</a:t>
            </a:r>
            <a:r>
              <a:rPr lang="en-IN" sz="1800" dirty="0"/>
              <a:t> → For semantic structure of the website.</a:t>
            </a:r>
          </a:p>
          <a:p>
            <a:r>
              <a:rPr lang="en-IN" sz="1800" b="1" dirty="0"/>
              <a:t>CSS3</a:t>
            </a:r>
            <a:r>
              <a:rPr lang="en-IN" sz="1800" dirty="0"/>
              <a:t> → For styling, responsive layouts, neon glow effects, animations.</a:t>
            </a:r>
          </a:p>
          <a:p>
            <a:r>
              <a:rPr lang="en-IN" sz="1800" b="1" dirty="0"/>
              <a:t>JavaScript (Vanilla JS)</a:t>
            </a:r>
            <a:r>
              <a:rPr lang="en-IN" sz="1800" dirty="0"/>
              <a:t> → For dynamic interactions (menus, buttons, animations).</a:t>
            </a:r>
          </a:p>
          <a:p>
            <a:r>
              <a:rPr lang="en-IN" sz="1800" b="1" dirty="0"/>
              <a:t>Design Features</a:t>
            </a:r>
          </a:p>
          <a:p>
            <a:r>
              <a:rPr lang="en-IN" sz="1800" dirty="0"/>
              <a:t>Modern, clean, and professional interface.</a:t>
            </a:r>
          </a:p>
          <a:p>
            <a:r>
              <a:rPr lang="en-IN" sz="1800" b="1" dirty="0"/>
              <a:t>Neon glowing titles</a:t>
            </a:r>
            <a:r>
              <a:rPr lang="en-IN" sz="1800" dirty="0"/>
              <a:t> for projects.</a:t>
            </a:r>
          </a:p>
          <a:p>
            <a:r>
              <a:rPr lang="en-IN" sz="1800" dirty="0"/>
              <a:t>Mobile-first responsive design using </a:t>
            </a:r>
            <a:r>
              <a:rPr lang="en-IN" sz="1800" b="1" dirty="0"/>
              <a:t>Flexbox</a:t>
            </a:r>
            <a:r>
              <a:rPr lang="en-IN" sz="1800" dirty="0"/>
              <a:t> and </a:t>
            </a:r>
            <a:r>
              <a:rPr lang="en-IN" sz="1800" b="1" dirty="0"/>
              <a:t>CSS Grid</a:t>
            </a:r>
            <a:r>
              <a:rPr lang="en-IN" sz="1800" dirty="0"/>
              <a:t>.</a:t>
            </a:r>
          </a:p>
          <a:p>
            <a:r>
              <a:rPr lang="en-IN" sz="1800" dirty="0"/>
              <a:t>Downloadable resume button.</a:t>
            </a:r>
          </a:p>
          <a:p>
            <a:r>
              <a:rPr lang="en-IN" sz="1800" dirty="0"/>
              <a:t>Modular separation of files (HTML, CSS, JS) for easy updates.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20245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 dirty="0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Algorithm &amp; Deployment</a:t>
            </a:r>
            <a:endParaRPr lang="en-US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2A13D4AF-BC64-937B-E983-E2F50E4F343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92701" y="1370951"/>
            <a:ext cx="7707402" cy="5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 typeface="Wingdings" panose="05000000000000000000" pitchFamily="2" charset="2"/>
              <a:buChar char="§"/>
            </a:pPr>
            <a:r>
              <a:rPr lang="en-US" altLang="en-US" sz="1800" b="1" dirty="0">
                <a:solidFill>
                  <a:schemeClr val="tx1"/>
                </a:solidFill>
                <a:latin typeface="Arial" panose="020B0604020202020204" pitchFamily="34" charset="0"/>
              </a:rPr>
              <a:t>Website Structure Design</a:t>
            </a: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lvl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 typeface="Wingdings" panose="05000000000000000000" pitchFamily="2" charset="2"/>
              <a:buChar char="§"/>
            </a:pP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Sections: </a:t>
            </a:r>
            <a:r>
              <a:rPr lang="en-US" altLang="en-US" sz="1800" i="1" dirty="0">
                <a:solidFill>
                  <a:schemeClr val="tx1"/>
                </a:solidFill>
                <a:latin typeface="Arial" panose="020B0604020202020204" pitchFamily="34" charset="0"/>
              </a:rPr>
              <a:t>Home, About, Projects, Resume, Contact</a:t>
            </a: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.</a:t>
            </a:r>
          </a:p>
          <a:p>
            <a:pPr lvl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 typeface="Wingdings" panose="05000000000000000000" pitchFamily="2" charset="2"/>
              <a:buChar char="§"/>
            </a:pP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lvl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 typeface="Wingdings" panose="05000000000000000000" pitchFamily="2" charset="2"/>
              <a:buChar char="§"/>
            </a:pPr>
            <a:r>
              <a:rPr lang="en-US" altLang="en-US" sz="1800" b="1" dirty="0">
                <a:solidFill>
                  <a:schemeClr val="tx1"/>
                </a:solidFill>
                <a:latin typeface="Arial" panose="020B0604020202020204" pitchFamily="34" charset="0"/>
              </a:rPr>
              <a:t>Frontend Development</a:t>
            </a: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lvl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 typeface="Wingdings" panose="05000000000000000000" pitchFamily="2" charset="2"/>
              <a:buChar char="§"/>
            </a:pP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Build layout using HTML5.</a:t>
            </a:r>
          </a:p>
          <a:p>
            <a:pPr lvl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 typeface="Wingdings" panose="05000000000000000000" pitchFamily="2" charset="2"/>
              <a:buChar char="§"/>
            </a:pP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Apply CSS3 for styling, responsive grids, and hover effects.</a:t>
            </a:r>
          </a:p>
          <a:p>
            <a:pPr lvl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 typeface="Wingdings" panose="05000000000000000000" pitchFamily="2" charset="2"/>
              <a:buChar char="§"/>
            </a:pP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lvl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 typeface="Wingdings" panose="05000000000000000000" pitchFamily="2" charset="2"/>
              <a:buChar char="§"/>
            </a:pPr>
            <a:r>
              <a:rPr lang="en-US" altLang="en-US" sz="1800" b="1" dirty="0">
                <a:solidFill>
                  <a:schemeClr val="tx1"/>
                </a:solidFill>
                <a:latin typeface="Arial" panose="020B0604020202020204" pitchFamily="34" charset="0"/>
              </a:rPr>
              <a:t>Interactivity with JavaScript</a:t>
            </a: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lvl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 typeface="Wingdings" panose="05000000000000000000" pitchFamily="2" charset="2"/>
              <a:buChar char="§"/>
            </a:pP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Navigation menu toggle.</a:t>
            </a:r>
          </a:p>
          <a:p>
            <a:pPr lvl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 typeface="Wingdings" panose="05000000000000000000" pitchFamily="2" charset="2"/>
              <a:buChar char="§"/>
            </a:pP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Animations for project cards.</a:t>
            </a:r>
          </a:p>
          <a:p>
            <a:pPr lvl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 typeface="Wingdings" panose="05000000000000000000" pitchFamily="2" charset="2"/>
              <a:buChar char="§"/>
            </a:pP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Resume download functionality.</a:t>
            </a:r>
          </a:p>
          <a:p>
            <a:pPr lvl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 typeface="Wingdings" panose="05000000000000000000" pitchFamily="2" charset="2"/>
              <a:buChar char="§"/>
            </a:pP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lvl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 typeface="Wingdings" panose="05000000000000000000" pitchFamily="2" charset="2"/>
              <a:buChar char="§"/>
            </a:pPr>
            <a:r>
              <a:rPr lang="en-US" altLang="en-US" sz="1800" b="1" dirty="0">
                <a:solidFill>
                  <a:schemeClr val="tx1"/>
                </a:solidFill>
                <a:latin typeface="Arial" panose="020B0604020202020204" pitchFamily="34" charset="0"/>
              </a:rPr>
              <a:t>Testing</a:t>
            </a: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lvl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 typeface="Wingdings" panose="05000000000000000000" pitchFamily="2" charset="2"/>
              <a:buChar char="§"/>
            </a:pP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Cross-browser compatibility.</a:t>
            </a:r>
          </a:p>
          <a:p>
            <a:pPr lvl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 typeface="Wingdings" panose="05000000000000000000" pitchFamily="2" charset="2"/>
              <a:buChar char="§"/>
            </a:pP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Mobile responsiveness.</a:t>
            </a:r>
          </a:p>
          <a:p>
            <a:pPr lvl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 typeface="Wingdings" panose="05000000000000000000" pitchFamily="2" charset="2"/>
              <a:buChar char="§"/>
            </a:pP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lvl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 typeface="Wingdings" panose="05000000000000000000" pitchFamily="2" charset="2"/>
              <a:buChar char="§"/>
            </a:pPr>
            <a:r>
              <a:rPr lang="en-US" altLang="en-US" sz="1800" b="1" dirty="0">
                <a:solidFill>
                  <a:schemeClr val="tx1"/>
                </a:solidFill>
                <a:latin typeface="Arial" panose="020B0604020202020204" pitchFamily="34" charset="0"/>
              </a:rPr>
              <a:t>Deployment</a:t>
            </a: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lvl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 typeface="Wingdings" panose="05000000000000000000" pitchFamily="2" charset="2"/>
              <a:buChar char="§"/>
            </a:pP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Hosted free using </a:t>
            </a:r>
            <a:r>
              <a:rPr lang="en-US" altLang="en-US" sz="1800" b="1" dirty="0">
                <a:solidFill>
                  <a:schemeClr val="tx1"/>
                </a:solidFill>
                <a:latin typeface="Arial" panose="020B0604020202020204" pitchFamily="34" charset="0"/>
              </a:rPr>
              <a:t>GitHub Pages</a:t>
            </a: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.</a:t>
            </a:r>
          </a:p>
          <a:p>
            <a:pPr lvl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 typeface="Wingdings" panose="05000000000000000000" pitchFamily="2" charset="2"/>
              <a:buChar char="§"/>
            </a:pP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Repository maintained on GitHub for version control</a:t>
            </a:r>
            <a:r>
              <a:rPr lang="en-US" altLang="en-US" sz="1900" dirty="0">
                <a:solidFill>
                  <a:schemeClr val="tx1"/>
                </a:solidFill>
                <a:latin typeface="Arial" panose="020B0604020202020204" pitchFamily="34" charset="0"/>
              </a:rPr>
              <a:t>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 typeface="Wingdings" panose="05000000000000000000" pitchFamily="2" charset="2"/>
              <a:buChar char="§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45087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 dirty="0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Result</a:t>
            </a:r>
            <a:endParaRPr lang="en-US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AD912816-C3CC-32F1-69D7-D378FA223C0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12366" y="1763180"/>
            <a:ext cx="9881419" cy="38240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000" dirty="0"/>
              <a:t>The portfolio website was successfully created and deployed.</a:t>
            </a:r>
          </a:p>
          <a:p>
            <a:pPr marL="0" indent="0">
              <a:buNone/>
            </a:pPr>
            <a:r>
              <a:rPr lang="en-US" sz="24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Features implemented:</a:t>
            </a:r>
          </a:p>
          <a:p>
            <a:r>
              <a:rPr lang="en-US" sz="2000" b="1" dirty="0"/>
              <a:t>Home Section</a:t>
            </a:r>
            <a:r>
              <a:rPr lang="en-US" sz="2000" dirty="0"/>
              <a:t> → Introduction &amp; welcome.</a:t>
            </a:r>
          </a:p>
          <a:p>
            <a:r>
              <a:rPr lang="en-US" sz="2000" b="1" dirty="0"/>
              <a:t>About Section</a:t>
            </a:r>
            <a:r>
              <a:rPr lang="en-US" sz="2000" dirty="0"/>
              <a:t> → Personal details &amp; skills.</a:t>
            </a:r>
          </a:p>
          <a:p>
            <a:r>
              <a:rPr lang="en-US" sz="2000" b="1" dirty="0"/>
              <a:t>Projects Section</a:t>
            </a:r>
            <a:r>
              <a:rPr lang="en-US" sz="2000" dirty="0"/>
              <a:t> → Grid of projects with neon glowing titles.</a:t>
            </a:r>
          </a:p>
          <a:p>
            <a:r>
              <a:rPr lang="en-US" sz="2000" b="1" dirty="0"/>
              <a:t>Resume Section</a:t>
            </a:r>
            <a:r>
              <a:rPr lang="en-US" sz="2000" dirty="0"/>
              <a:t> → Direct download button.</a:t>
            </a:r>
          </a:p>
          <a:p>
            <a:r>
              <a:rPr lang="en-US" sz="2000" b="1" dirty="0"/>
              <a:t>Contact Section</a:t>
            </a:r>
            <a:r>
              <a:rPr lang="en-US" sz="2000" dirty="0"/>
              <a:t> → Contact info &amp; links.</a:t>
            </a:r>
          </a:p>
          <a:p>
            <a:pPr marL="0" indent="0">
              <a:buNone/>
            </a:pPr>
            <a:endParaRPr lang="en-US" sz="2000" b="1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32933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F506E6-4B9D-406D-0690-4754A37223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GITHUB AND DEPLOYMNET LINK</a:t>
            </a:r>
            <a:endParaRPr lang="en-IN" dirty="0">
              <a:solidFill>
                <a:schemeClr val="accent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2EA454C-4C24-0C70-256C-2D2E6FFF8D5B}"/>
              </a:ext>
            </a:extLst>
          </p:cNvPr>
          <p:cNvSpPr txBox="1"/>
          <p:nvPr/>
        </p:nvSpPr>
        <p:spPr>
          <a:xfrm>
            <a:off x="575893" y="1672784"/>
            <a:ext cx="707360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GitHub Repo: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https://github.com/shaiksaidabi/portfolio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b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Deployment Link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https://shaiksaidabi.github.io/portfolio/</a:t>
            </a:r>
          </a:p>
        </p:txBody>
      </p:sp>
    </p:spTree>
    <p:extLst>
      <p:ext uri="{BB962C8B-B14F-4D97-AF65-F5344CB8AC3E}">
        <p14:creationId xmlns:p14="http://schemas.microsoft.com/office/powerpoint/2010/main" val="8430363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135710A-65F8-5345-F568-C48121A3CD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857" y="1356853"/>
            <a:ext cx="9512164" cy="535059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749F656-4B5F-D76A-E86A-C582832A845B}"/>
              </a:ext>
            </a:extLst>
          </p:cNvPr>
          <p:cNvSpPr txBox="1"/>
          <p:nvPr/>
        </p:nvSpPr>
        <p:spPr>
          <a:xfrm>
            <a:off x="4262831" y="601914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accent1"/>
                </a:solidFill>
              </a:rPr>
              <a:t>Home Section</a:t>
            </a:r>
            <a:r>
              <a:rPr lang="en-US" sz="3600" dirty="0">
                <a:solidFill>
                  <a:schemeClr val="accent1"/>
                </a:solidFill>
              </a:rPr>
              <a:t> </a:t>
            </a:r>
            <a:endParaRPr lang="en-IN" sz="36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282974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CEF18C1-2487-E085-2658-3EC1A58FE9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227" y="1483443"/>
            <a:ext cx="9379974" cy="527623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5238883-AD63-6528-5AA2-D550C3FD36A1}"/>
              </a:ext>
            </a:extLst>
          </p:cNvPr>
          <p:cNvSpPr txBox="1"/>
          <p:nvPr/>
        </p:nvSpPr>
        <p:spPr>
          <a:xfrm>
            <a:off x="2310580" y="631411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accent1"/>
                </a:solidFill>
              </a:rPr>
              <a:t>About Section &amp; Skills Section</a:t>
            </a:r>
            <a:endParaRPr lang="en-US" sz="36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38258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0CC62AD-2866-0162-9BA0-AD6AC3EF7D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5239" y="1356852"/>
            <a:ext cx="9631243" cy="541757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90FB57A-64D0-4A82-9199-C801D15F7ACE}"/>
              </a:ext>
            </a:extLst>
          </p:cNvPr>
          <p:cNvSpPr txBox="1"/>
          <p:nvPr/>
        </p:nvSpPr>
        <p:spPr>
          <a:xfrm>
            <a:off x="4011561" y="641243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accent1"/>
                </a:solidFill>
              </a:rPr>
              <a:t>Education Section</a:t>
            </a:r>
            <a:r>
              <a:rPr lang="en-US" sz="3600" dirty="0">
                <a:solidFill>
                  <a:schemeClr val="accent1"/>
                </a:solidFill>
              </a:rPr>
              <a:t> </a:t>
            </a:r>
            <a:endParaRPr lang="en-IN" sz="36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129917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6D8AAC8-F5A1-D2CE-3607-85CB22DBF8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3896" y="1499419"/>
            <a:ext cx="9526367" cy="535858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A5FE691-6CFC-745F-A191-6E8265317A92}"/>
              </a:ext>
            </a:extLst>
          </p:cNvPr>
          <p:cNvSpPr txBox="1"/>
          <p:nvPr/>
        </p:nvSpPr>
        <p:spPr>
          <a:xfrm>
            <a:off x="3657599" y="680572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accent1"/>
                </a:solidFill>
              </a:rPr>
              <a:t>Projects Section</a:t>
            </a:r>
            <a:r>
              <a:rPr lang="en-US" sz="3600" dirty="0">
                <a:solidFill>
                  <a:schemeClr val="accent1"/>
                </a:solidFill>
              </a:rPr>
              <a:t> </a:t>
            </a:r>
            <a:endParaRPr lang="en-IN" sz="36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05979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A7C8D9E-91A2-31CD-021C-7B8676B76E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441040"/>
            <a:ext cx="9507794" cy="534813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13DA787-769C-9349-1216-3DC6033166B8}"/>
              </a:ext>
            </a:extLst>
          </p:cNvPr>
          <p:cNvSpPr txBox="1"/>
          <p:nvPr/>
        </p:nvSpPr>
        <p:spPr>
          <a:xfrm>
            <a:off x="3755921" y="631411"/>
            <a:ext cx="350028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accent1"/>
                </a:solidFill>
              </a:rPr>
              <a:t>Contact Section</a:t>
            </a:r>
            <a:r>
              <a:rPr lang="en-US" sz="3600" dirty="0">
                <a:solidFill>
                  <a:schemeClr val="accent1"/>
                </a:solidFill>
              </a:rPr>
              <a:t> </a:t>
            </a:r>
            <a:endParaRPr lang="en-IN" sz="36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693200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Conclusion</a:t>
            </a:r>
            <a:endParaRPr 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AE90F0D3-BDEA-0292-92F3-78C774C3D8C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81192" y="2053640"/>
            <a:ext cx="9167574" cy="31700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This project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Provided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hands-on experience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in frontend development.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Helped me learn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responsive design, CSS Grid, Flexbox, and animations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Improved my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personal branding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with a professional online presence.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Can be shared with recruiters and used in job applications.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Overall, it is a cost-effective and creative way to represent my skills online.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33151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F968F13-9AC4-7120-7ACD-9F752C767D5D}"/>
              </a:ext>
            </a:extLst>
          </p:cNvPr>
          <p:cNvSpPr txBox="1">
            <a:spLocks/>
          </p:cNvSpPr>
          <p:nvPr/>
        </p:nvSpPr>
        <p:spPr>
          <a:xfrm>
            <a:off x="535670" y="844659"/>
            <a:ext cx="11029616" cy="53029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5000" lnSpcReduction="20000"/>
          </a:bodyPr>
          <a:lstStyle>
            <a:lvl1pPr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800" b="0" kern="1200" cap="all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4400" b="1" dirty="0">
                <a:solidFill>
                  <a:schemeClr val="accent1"/>
                </a:solidFill>
                <a:latin typeface="Arial"/>
                <a:cs typeface="Arial"/>
              </a:rPr>
              <a:t>Future scope(Optional)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2A84D50D-B57D-D593-40FA-18C0ECC37BD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35670" y="1869271"/>
            <a:ext cx="10068462" cy="37548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 typeface="Wingdings" panose="05000000000000000000" pitchFamily="2" charset="2"/>
              <a:buChar char="§"/>
            </a:pPr>
            <a:r>
              <a:rPr lang="en-US" altLang="en-US" sz="2000" b="1" dirty="0">
                <a:solidFill>
                  <a:schemeClr val="tx1"/>
                </a:solidFill>
                <a:latin typeface="Arial" panose="020B0604020202020204" pitchFamily="34" charset="0"/>
              </a:rPr>
              <a:t>Backend Integration</a:t>
            </a: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 (Node.js / Express) → For dynamic contact form.</a:t>
            </a:r>
          </a:p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en-US" sz="20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lvl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 typeface="Wingdings" panose="05000000000000000000" pitchFamily="2" charset="2"/>
              <a:buChar char="§"/>
            </a:pPr>
            <a:r>
              <a:rPr lang="en-US" altLang="en-US" sz="2000" b="1" dirty="0">
                <a:solidFill>
                  <a:schemeClr val="tx1"/>
                </a:solidFill>
                <a:latin typeface="Arial" panose="020B0604020202020204" pitchFamily="34" charset="0"/>
              </a:rPr>
              <a:t>Database Support</a:t>
            </a: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 → To store visitor queries or dynamically update projects.</a:t>
            </a:r>
          </a:p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en-US" sz="20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lvl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 typeface="Wingdings" panose="05000000000000000000" pitchFamily="2" charset="2"/>
              <a:buChar char="§"/>
            </a:pPr>
            <a:r>
              <a:rPr lang="en-US" altLang="en-US" sz="2000" b="1" dirty="0">
                <a:solidFill>
                  <a:schemeClr val="tx1"/>
                </a:solidFill>
                <a:latin typeface="Arial" panose="020B0604020202020204" pitchFamily="34" charset="0"/>
              </a:rPr>
              <a:t>Dark/Light Mode Toggle</a:t>
            </a: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 → Improve accessibility.</a:t>
            </a:r>
          </a:p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en-US" sz="20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lvl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 typeface="Wingdings" panose="05000000000000000000" pitchFamily="2" charset="2"/>
              <a:buChar char="§"/>
            </a:pPr>
            <a:r>
              <a:rPr lang="en-US" altLang="en-US" sz="2000" b="1" dirty="0">
                <a:solidFill>
                  <a:schemeClr val="tx1"/>
                </a:solidFill>
                <a:latin typeface="Arial" panose="020B0604020202020204" pitchFamily="34" charset="0"/>
              </a:rPr>
              <a:t>Blog Section</a:t>
            </a: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 → Share technical articles &amp; updates.</a:t>
            </a:r>
          </a:p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en-US" sz="20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lvl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 typeface="Wingdings" panose="05000000000000000000" pitchFamily="2" charset="2"/>
              <a:buChar char="§"/>
            </a:pPr>
            <a:r>
              <a:rPr lang="en-US" altLang="en-US" sz="2000" b="1" dirty="0">
                <a:solidFill>
                  <a:schemeClr val="tx1"/>
                </a:solidFill>
                <a:latin typeface="Arial" panose="020B0604020202020204" pitchFamily="34" charset="0"/>
              </a:rPr>
              <a:t>AI Features</a:t>
            </a: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 → Personalized recommendations (like showing most-viewed projects).</a:t>
            </a:r>
          </a:p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en-US" sz="20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lvl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 typeface="Wingdings" panose="05000000000000000000" pitchFamily="2" charset="2"/>
              <a:buChar char="§"/>
            </a:pPr>
            <a:r>
              <a:rPr lang="en-US" altLang="en-US" sz="2000" b="1" dirty="0">
                <a:solidFill>
                  <a:schemeClr val="tx1"/>
                </a:solidFill>
                <a:latin typeface="Arial" panose="020B0604020202020204" pitchFamily="34" charset="0"/>
              </a:rPr>
              <a:t>Payment Gateway</a:t>
            </a: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 → If extended into freelancing services.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 typeface="Wingdings" panose="05000000000000000000" pitchFamily="2" charset="2"/>
              <a:buChar char="§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48826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References</a:t>
            </a:r>
            <a:endParaRPr lang="en-US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238202F1-F603-115A-5D71-2569EDB7CC1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12366" y="1440612"/>
            <a:ext cx="9091271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MDN Web Docs – HTML, CSS, JavaScript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 typeface="Wingdings" panose="05000000000000000000" pitchFamily="2" charset="2"/>
              <a:buChar char="§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W3Schools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 typeface="Wingdings" panose="05000000000000000000" pitchFamily="2" charset="2"/>
              <a:buChar char="§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Bootstrap Documentation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 typeface="Wingdings" panose="05000000000000000000" pitchFamily="2" charset="2"/>
              <a:buChar char="§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GitHub Pages Documentation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 typeface="Wingdings" panose="05000000000000000000" pitchFamily="2" charset="2"/>
              <a:buChar char="§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YouTube tutorials on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responsive web design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JavaScript interactivity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89502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BE4CA82-64EC-4D4E-A5E5-3EBB66E7B2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3041" y="2766218"/>
            <a:ext cx="9298744" cy="1325563"/>
          </a:xfrm>
        </p:spPr>
        <p:txBody>
          <a:bodyPr/>
          <a:lstStyle/>
          <a:p>
            <a:pPr algn="ctr"/>
            <a:r>
              <a:rPr lang="en-US" b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066255318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VTI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Dividend">
      <a:majorFont>
        <a:latin typeface="Franklin Gothic Demi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F1872188ABCFC48BECA6C87E8AC3285" ma:contentTypeVersion="17" ma:contentTypeDescription="Create a new document." ma:contentTypeScope="" ma:versionID="55a158675e089c6a85ab0f83b89e1a15">
  <xsd:schema xmlns:xsd="http://www.w3.org/2001/XMLSchema" xmlns:xs="http://www.w3.org/2001/XMLSchema" xmlns:p="http://schemas.microsoft.com/office/2006/metadata/properties" xmlns:ns3="9162bd5b-4ed9-4da3-b376-05204580ba3f" xmlns:ns4="c0fa2617-96bd-425d-8578-e93563fe37c5" targetNamespace="http://schemas.microsoft.com/office/2006/metadata/properties" ma:root="true" ma:fieldsID="b35f082308864fa161c4a0a9eca35eff" ns3:_="" ns4:_="">
    <xsd:import namespace="9162bd5b-4ed9-4da3-b376-05204580ba3f"/>
    <xsd:import namespace="c0fa2617-96bd-425d-8578-e93563fe37c5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ServiceDateTaken" minOccurs="0"/>
                <xsd:element ref="ns3:MediaLengthInSeconds" minOccurs="0"/>
                <xsd:element ref="ns3:MediaServiceLocation" minOccurs="0"/>
                <xsd:element ref="ns3:_activity" minOccurs="0"/>
                <xsd:element ref="ns3:MediaServiceObjectDetectorVersions" minOccurs="0"/>
                <xsd:element ref="ns3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162bd5b-4ed9-4da3-b376-05204580ba3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9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MediaServiceLocation" ma:index="21" nillable="true" ma:displayName="Location" ma:internalName="MediaServiceLocation" ma:readOnly="true">
      <xsd:simpleType>
        <xsd:restriction base="dms:Text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  <xsd:element name="MediaServiceObjectDetectorVersions" ma:index="23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24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0fa2617-96bd-425d-8578-e93563fe37c5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9162bd5b-4ed9-4da3-b376-05204580ba3f" xsi:nil="true"/>
    <_activity xmlns="9162bd5b-4ed9-4da3-b376-05204580ba3f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E816721-11E4-4989-8472-AB5A7EC20404}">
  <ds:schemaRefs>
    <ds:schemaRef ds:uri="9162bd5b-4ed9-4da3-b376-05204580ba3f"/>
    <ds:schemaRef ds:uri="c0fa2617-96bd-425d-8578-e93563fe37c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8D289AE2-D2AE-49D1-AFAC-3A79F6794255}">
  <ds:schemaRefs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c0fa2617-96bd-425d-8578-e93563fe37c5"/>
    <ds:schemaRef ds:uri="9162bd5b-4ed9-4da3-b376-05204580ba3f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927BD4C1-B6B1-4715-ABF9-E660A51A4EA0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Future forward</Template>
  <TotalTime>139</TotalTime>
  <Words>595</Words>
  <Application>Microsoft Office PowerPoint</Application>
  <PresentationFormat>Widescreen</PresentationFormat>
  <Paragraphs>113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5" baseType="lpstr">
      <vt:lpstr>Arial</vt:lpstr>
      <vt:lpstr>Calibri</vt:lpstr>
      <vt:lpstr>Calibri Light</vt:lpstr>
      <vt:lpstr>Franklin Gothic Book</vt:lpstr>
      <vt:lpstr>Franklin Gothic Demi</vt:lpstr>
      <vt:lpstr>Wingdings</vt:lpstr>
      <vt:lpstr>Wingdings 2</vt:lpstr>
      <vt:lpstr>DividendVTI</vt:lpstr>
      <vt:lpstr>“Personal Portfolio Website – HTML, CSS, JavaScript”</vt:lpstr>
      <vt:lpstr>OUTLINE</vt:lpstr>
      <vt:lpstr>Problem Statement</vt:lpstr>
      <vt:lpstr>oBJECTIVES</vt:lpstr>
      <vt:lpstr>System  Approach</vt:lpstr>
      <vt:lpstr>Algorithm &amp; Deployment</vt:lpstr>
      <vt:lpstr>Result</vt:lpstr>
      <vt:lpstr>GITHUB AND DEPLOYMNET LINK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Conclusion</vt:lpstr>
      <vt:lpstr>PowerPoint Presentation</vt:lpstr>
      <vt:lpstr>References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SkillsBuild Partner Update template</dc:title>
  <dc:creator>Vaibhav Ostwal</dc:creator>
  <cp:lastModifiedBy>Shaik saidabi</cp:lastModifiedBy>
  <cp:revision>49</cp:revision>
  <dcterms:created xsi:type="dcterms:W3CDTF">2021-05-26T16:50:10Z</dcterms:created>
  <dcterms:modified xsi:type="dcterms:W3CDTF">2025-10-01T13:00:12Z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0x0101000F1872188ABCFC48BECA6C87E8AC3285</vt:lpwstr>
  </property>
</Properties>
</file>